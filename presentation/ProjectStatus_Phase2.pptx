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834640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Speech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Project Status Presentation  |  Phase 2 &amp; Phase 3 (Partial)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3B8B"/>
                </a:solidFill>
              </a:rPr>
              <a:t>Course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6080" y="3218688"/>
            <a:ext cx="8961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COP7001 — CornerStone Project  (Systems Programming major deliverable)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856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3B8B"/>
                </a:solidFill>
              </a:rPr>
              <a:t>Language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3785616"/>
            <a:ext cx="8961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Hindi (Source language, North India)  →  Telugu (Target language, South India)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1106424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525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3B8B"/>
                </a:solidFill>
              </a:rPr>
              <a:t>Mode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4352544"/>
            <a:ext cx="8961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Fully Offline — No internet connection, no Application Programming Interface (API) calls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1106424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194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3B8B"/>
                </a:solidFill>
              </a:rPr>
              <a:t>Team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4919472"/>
            <a:ext cx="8961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Manmadha (2025MCS2101)   |   Jithendra (2025MCS2743)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449824"/>
            <a:ext cx="1106424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4864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3B8B"/>
                </a:solidFill>
              </a:rPr>
              <a:t>Repository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0" y="5486400"/>
            <a:ext cx="8961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github.com/ManmadhaKuttum/CornerStone_COP7001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 / 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 streaming microphone-to-speaker translation pipeline — not a batch offline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22 official languages. When two people speak different languages — one Hindi, one Telugu — there is no real-time tool today that lets them communicate through spoken language, offline, on a laptop, without sending any audio to a cloud server.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OUR SOLUTION — THE TARGET PIPELINE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3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Hindi Speech   →   Transcription (ASR)   →   Translation   →   Telugu Speech (TTS)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runs locally on your machine. No internet. No API (Application Programming Interface). Continuous and real-time.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KEY ABBREVIATIONS USED IN THIS PRESENTATION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77056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770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ASR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Automatic Speech Recognition — converts spoken audio into written 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877056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8770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TTS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Text-to-Speech — converts written text into spoken audio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245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VAD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Voice Activity Detection — decides if a sound is speech or noise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4224528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2245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RTF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Real-Time Factor — ratio of processing time to audio duration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API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Application Programming Interface — a service you call over the internet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457200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572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E2E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End-to-End — from microphone input to speaker output, total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91947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194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NLP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Natural Language Processing — machine understanding of human language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491947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9194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CPU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Central Processing Unit — the main processor chip in your laptop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 / 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Structured —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Five stages, four of which are live — each runs in its own thread connected by bounded queues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2194560" cy="1920240"/>
          </a:xfrm>
          <a:prstGeom prst="rect">
            <a:avLst/>
          </a:prstGeom>
          <a:solidFill>
            <a:srgbClr val="F8FAFC"/>
          </a:solidFill>
          <a:ln w="15240">
            <a:solidFill>
              <a:srgbClr val="4F3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3B8B"/>
                </a:solidFill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Audio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Capture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313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sounddevice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587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16 kHz / 32ms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audio frames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87168" y="1947672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1170432"/>
            <a:ext cx="2194560" cy="1920240"/>
          </a:xfrm>
          <a:prstGeom prst="rect">
            <a:avLst/>
          </a:prstGeom>
          <a:solidFill>
            <a:srgbClr val="F8FAFC"/>
          </a:solidFill>
          <a:ln w="15240">
            <a:solidFill>
              <a:srgbClr val="4F3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3B8B"/>
                </a:solidFill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1645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Segmenter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2313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Silero-VAD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587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Speech vs noise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neural model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64608" y="1947672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1170432"/>
            <a:ext cx="2194560" cy="1920240"/>
          </a:xfrm>
          <a:prstGeom prst="rect">
            <a:avLst/>
          </a:prstGeom>
          <a:solidFill>
            <a:srgbClr val="F8FAFC"/>
          </a:solidFill>
          <a:ln w="15240">
            <a:solidFill>
              <a:srgbClr val="4F3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3B8B"/>
                </a:solidFill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ASR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(Automatic Speech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Recognition)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313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faster-whisper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587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Hindi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int8 / offline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242048" y="1947672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06640" y="1170432"/>
            <a:ext cx="2194560" cy="1920240"/>
          </a:xfrm>
          <a:prstGeom prst="rect">
            <a:avLst/>
          </a:prstGeom>
          <a:solidFill>
            <a:srgbClr val="F8FAFC"/>
          </a:solidFill>
          <a:ln w="15240">
            <a:solidFill>
              <a:srgbClr val="4F3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3B8B"/>
                </a:solidFill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1645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Translation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2313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NLLB-200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2587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Hindi → Telugu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offline model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19488" y="1947672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7EB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784080" y="1170432"/>
            <a:ext cx="21945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84080" y="1645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TTS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(Text-to-Speech)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84080" y="2313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IndicTTS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84080" y="2587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Telugu speech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Phase 4 planned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audio_queue — max 200 frames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asr_to_trans_queue — max 50 items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520440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58444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KEY TERMS ON THIS SLIDE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82219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877056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8770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Queue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 conveyor belt — one stage puts data in, another takes it out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877056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8770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Bounded Queue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Queue with a size limit — if full, new data is dropped, not stored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224528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2245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Thread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An independent task running inside the same program simultaneously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4224528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42245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Backpressure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When a slow stage causes the faster stage to drop data, not wait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572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int8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8-bit integer quantization — a compression technique making models 3× faster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457200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572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16 kHz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16,000 audio samples per second — standard rate for speech recognition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3 / 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Phase 2 — Complete and Tested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Audio backbone and Hindi ASR are both working stably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PHASE 1 — AUDIO INGRESS AND DASHBOARD (DAY 20)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Live microphone capture at 16 kHz (kilohertz = thousands of samples per second) using sounddevice library in callback mode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Bounded audio_queue (maxsize=200) — non-blocking: if queue is full, frame is dropped, not buffered forever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FastAPI web server + WebSocket (persistent browser connection) broadcasting state at 10 Hz (10 updates per second)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Live browser dashboard: energy bar, frame count, runtime, liveness indicators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Verified stable for 10+ minute continuous runs — no crashes, no memory growth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70432"/>
            <a:ext cx="0" cy="438912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17043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PHASE 2 — ASR INTEGRATION (DAY 40)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0" y="1408176"/>
            <a:ext cx="48463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Silero-VAD (Voice Activity Detection) neural model replaced energy threshold — near-zero false positives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faster-whisper with int8 (8-bit integer) quantization — 3× faster inference than standard Whisper on CPU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Hallucination suppression: three parameters eliminate repeated-token garbage output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Zero hallucinations after fix — was consuming up to 5900ms (5.9 seconds) per event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Consistent ASR (Automatic Speech Recognition) latency: 1300–1600ms per utterance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5623560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68756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KEY TERMS ON THIS SLIDE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592531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98932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89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WebSocket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 persistent two-way connection between server and browser — server pushes updates without being asked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598932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989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FastAPI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 Python web framework — the software that runs the web server and handles browser requests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633679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3367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Callback mode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Audio driver calls your function automatically every 32ms — you do not need to ask for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09360" y="633679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63367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Hallucination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When an AI model produces confident but completely wrong or nonsense output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4 / 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(Voice Activity Detection) — Before and After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Replacing a naive energy threshold with a neural model — the most important systems improvement in Phase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5303520" cy="3520440"/>
          </a:xfrm>
          <a:prstGeom prst="rect">
            <a:avLst/>
          </a:prstGeom>
          <a:solidFill>
            <a:srgbClr val="FEE2E2"/>
          </a:solidFill>
          <a:ln w="1016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BEFORE — Energy Threshold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RMS (Root Mean Square) energy is computed for each audio frame.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If energy &gt; 0.02, the system assumes speech has started.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Triggers on laptop fan noise, keyboard typing, air conditioning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ASR receives garbage audio — produces wrong transcripts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Requires manual threshold tuning for each environment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Causes hallucinations (nonsense output) that block the pipeline for 5–6 seconds each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70432"/>
            <a:ext cx="5486400" cy="3520440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61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AFTER — Silero-VAD Neural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66420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A neural network (machine learning model) trained on thousands of hours of speech AND noise runs on each 32ms frame and returns a confidence score between 0.0 and 1.0.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395728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Threshold of 0.6 — frames scoring above 0.6 are speech, below are noise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Near-zero false positives in all testing environments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No manual tuning needed — neural model is portable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Only real speech reaches ASR — hallucinations eliminated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773168"/>
            <a:ext cx="530352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846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Before: up to 5900ms latency spikes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773168"/>
            <a:ext cx="5486400" cy="502920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846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After: consistent 1300–1600ms  ✓  Zero hallucinations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76672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440680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KEY TERMS ON THIS SLIDE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5678424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74243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7424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RMS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Root Mean Square — a mathematical way to measure the average power/volume of an audio signal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574243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57424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Neural Network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 machine learning model loosely inspired by the brain — trained on data to make decisions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089904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08990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Confidence Score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 number between 0 and 1 showing how certain the model is — 1 means completely certain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6089904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608990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Threshold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A cutoff value — values above are treated one way, values below another way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5 / 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(Automatic Speech Recognition) — Hallucination Problem and Fix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Whisper producing repeated nonsense output on silence — diagnosed and eliminated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WHAT WAS HAPPENING — ACTUAL TERMINAL LOG OUTPUT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solidFill>
            <a:srgbClr val="FEE2E2"/>
          </a:solidFill>
          <a:ln w="762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"तो तो तो तो तो तो तो..."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— consumed 5901ms (5.9 seconds)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"बच्च्च्च्च्च्च्च्च..."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— consumed 5690ms (5.7 seconds)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ROOT CAUSE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33472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Silero-VAD was not yet integrated. The old energy threshold allowed near-silence noise frames to reach Whisper. Whisper attempted to transcribe noise and produced repeated tokens — a known failure mode called hallucination. Each event blocked the entire pipeline for up to 6 seconds.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THREE-PARAMETER FIX APPLIED IN asr.py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6492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Parameter Name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 Set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It Does — Full Explanation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no_speech_threshold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0.6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Discards ASR output if Whisper's own internal confidence that speech is present is below 60% — Whisper scores itself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compression_ratio_threshold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2.4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Discards output where the text is highly repetitive — repeated tokens compress very efficiently, so high compression ratio = hallucination signature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log_prob_threshold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-1.0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Discards output where token log-probabilities (the model's confidence in each word choice) are very low — catches uncertain garbage output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532180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5394960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KEY TERMS ON THIS SLIDE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5632704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569671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6967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Log-probability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The model's confidence score for choosing each word — very negative = uncertain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309360" y="569671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56967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Compression ratio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How much a text can be compressed — highly repetitive text compresses much more than natural text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6044184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0441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Token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The basic unit a language model works with — roughly one word or word fragment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09360" y="6044184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60441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Inference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Running a machine learning model on an input to get a prediction or output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6 / 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Translation Integration: In Progress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NLLB-200 model integrated — pipeline wired — accuracy validation ongoing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WHAT HAS BEEN COMPLETED IN PHASE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NLLB-200-distilled-600M (No Language Left Behind, 600 million parameters) loads and runs fully offline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Translation thread (separate concurrent process) wired — consumes from asr_to_trans_queue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tok.src_lang = 'hin_Deva' — tokenizer source language set to Hindi Devanagari script before processing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forced_bos_token_id = tok.convert_tokens_to_ids('tel_Telu') — forces output to begin in Telugu Telu script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End-to-End latency timer: starts when VAD (Voice Activity Detection) detects speech, stops when translation finishes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Dashboard extended with Telugu output panel and translation latency display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70432"/>
            <a:ext cx="0" cy="320040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17043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WHAT IS STILL BEING WORKED 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0" y="1408176"/>
            <a:ext cx="48463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Telugu translation output accuracy needs validation with real conversational Hindi sentences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Translation latency on CPU (Central Processing Unit) is above target — needs optimization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End-to-End latency ~3000ms currently — target is below 2000ms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Partial translation during mid-utterance not yet implemented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9028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MODEL SELECTION — WHY NLLB-200 WAS CHOSEN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82803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371600"/>
                <a:gridCol w="1828800"/>
                <a:gridCol w="13716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 Name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Hindi→Telugu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Offline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Decision and Reason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IndicTrans2-1B  (AI4Bharat, IIT Madras)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~4 GB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Best accuracy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Too large — exceeds demo hardware memory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IndicTrans2-dist-200M  (distilled = compressed)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~800 MB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Not listed on public HuggingFace model hub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NLLB-200-distilled-600M  ←  chosen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~600 MB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Best available offline option — selected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googletrans  (Google Translate API)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API call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Requires internet connection — rejected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7 / 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Demo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Browser-based observability panel — all pipeline stages visible simultaneously while the system runs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7406640" cy="43708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0" y="11704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WHAT YOU SEE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092440" y="1408176"/>
            <a:ext cx="31546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481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🟢 Microphone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92440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Audio capture is live and receiving frames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92440" y="2139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🟢 ASR (Whisper)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2423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Automatic Speech Recognition is processing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92440" y="2798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🟢 Translation (NLLB)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92440" y="3081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Translation model is loaded and running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92440" y="3456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⚪ TTS (Phase 4)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92440" y="3739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Text-to-Speech — not yet implemented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9244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1384 ms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92440" y="4398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ASR latency for last utterance — within 2000ms target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92440" y="4773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Hindi panel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92440" y="5056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Final recognized Hindi text displayed below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92440" y="5431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3B8B"/>
                </a:solidFill>
              </a:rPr>
              <a:t>Telugu panel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92440" y="5715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Telugu translation output panel — wired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5623560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568756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KEY TERMS ON THIS SLIDE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592531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598932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5989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WebSocket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Persistent two-way connection — server pushes JSON (JavaScript Object Notation) data to browser every 100ms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309360" y="5989320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0" y="5989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DOM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Document Object Model — the browser's internal tree structure representing the webpage that JavaScript updates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" y="633679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3367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JSON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JavaScript Object Notation — a standard text format for sending structured data (numbers, text, booleans) over a connection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09360" y="6336792"/>
            <a:ext cx="55778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63367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3B8B"/>
                </a:solidFill>
              </a:rPr>
              <a:t>10 Hz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= 10 Hertz = 10 updates per second — how often the dashboard refreshes with new pipeline state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/ 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Observations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Measured on Apple M4 chip (ARM architecture) — CPU only for both ASR and Translation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803D"/>
                </a:solidFill>
              </a:rPr>
              <a:t>1300–1600ms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ASR Latency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(typical)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per utterance after fix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1170432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3B8B"/>
                </a:solidFill>
              </a:rPr>
              <a:t>0.72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RTF — ASR Stage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(Real-Time Factor)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2677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below 1.0 = real-time ✓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170432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</a:rPr>
              <a:t>~3000ms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End-to-End Latency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(current)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2677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ASR + Translation combined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98280" y="1170432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&lt; 2000ms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9828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End-to-End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(Phase 4 goal)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98280" y="22677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via pipeline stage overlap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70048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RTF (REAL-TIME FACTOR) EXPLAINED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44368"/>
            <a:ext cx="11247120" cy="804672"/>
          </a:xfrm>
          <a:prstGeom prst="rect">
            <a:avLst/>
          </a:prstGeom>
          <a:solidFill>
            <a:srgbClr val="EDE9FE"/>
          </a:solidFill>
          <a:ln w="6350">
            <a:solidFill>
              <a:srgbClr val="4F3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175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 = Processing Time ÷ Audio Duration.   Example: a 2-second utterance that takes 1.44 seconds to process has RTF = 1.44 ÷ 2.0 = 0.72.   RTF below 1.0 means the system processes audio FASTER than it arrives — this is the definition of real-time operation.   Our ASR stage achieves RTF = 0.72 ✓   |   Combined with Translation: RTF is slightly above 1.0 (Phase 4 target).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587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FULL PERFORMANCE TABLE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169664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24528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00400"/>
                <a:gridCol w="24688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Observed Value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Audio frame size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32ms / 512 samples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≤ 32ms (Silero-VAD minimum)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✓ Met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Dashboard (WebSocket) refresh rate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Hz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Hz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✓ Met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ASR latency — typical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1300–1600ms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&lt; 2000ms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✓ Met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ASR latency — before fix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Up to 5900ms spikes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Eliminated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✓ Fixed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VAD overhead per frame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~2ms on CPU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&lt; 5ms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✓ Met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Hallucinations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Zero after fix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Zero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✓ Met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9 /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4F3B8B"/>
          </a:solidFill>
          <a:ln w="12700">
            <a:solidFill>
              <a:srgbClr val="4F3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Change Log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Git (version control system) commit history — one commit per file for clean, reviewable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789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GIT COMMIT HISTORY — GITHUB REPOSITORY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107899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9377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Commit Hash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Was Changed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B8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bfd914b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segmenter.py — replaced energy threshold VAD with Silero-VAD neural model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2734c11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script.js — fixed speech_active field, added auto-reconnect, latency color coding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0eeb998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index.html — removed speaker panel, clean 3-row layout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9f50337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style.css — fixed Telugu text color visibility on dark background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8a4f8f3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main.py — fixed dashboard path, started translation thread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271573d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translation.py — added NLLB-200 offline Hindi-to-Telugu translation thread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4cad7da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asr.py — added three hallucination suppression parameters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ee2d003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audio.py — increased frame size to 32ms for Silero-VAD compatibility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2182291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state.py — added translation and End-to-End latency fields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8b193de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config.py — added MPS/CUDA device detection and parameters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a416e9e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Phase 2: Added Hindi ASR (Automatic Speech Recognition) using faster-whisper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05be995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Phase 1: Audio ingress pipeline and real-time web dashboard</a:t>
                      </a:r>
                      <a:endParaRPr lang="en-US" sz="950" dirty="0"/>
                    </a:p>
                  </a:txBody>
                  <a:tcPr marL="91440" marR="91440" marT="45720" marB="45720">
                    <a:lnL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223760" y="11704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CURRENT STATUS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223760" y="1408176"/>
            <a:ext cx="402336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23760" y="1481328"/>
            <a:ext cx="4572000" cy="658368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0" y="1481328"/>
            <a:ext cx="64008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15361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Phase 1 ✓ Complete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06640" y="182880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Audio capture + WebSocket dashboard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23760" y="2231136"/>
            <a:ext cx="4572000" cy="658368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23760" y="2231136"/>
            <a:ext cx="64008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22860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Phase 2 ✓ Complete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06640" y="25786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VAD + ASR + hallucination fix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2980944"/>
            <a:ext cx="4572000" cy="658368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23760" y="2980944"/>
            <a:ext cx="64008" cy="6583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3035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Phase 3 ⚙ In Progress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406640" y="332841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Translation integrated — validating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23760" y="3730752"/>
            <a:ext cx="4572000" cy="65836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0" y="3730752"/>
            <a:ext cx="64008" cy="6583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378561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Phase 4 ◻ Planned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06640" y="407822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TTS + speaker output — not started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23760" y="452628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3B8B"/>
                </a:solidFill>
              </a:rPr>
              <a:t>PHASE 4 — REMAINING WORK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223760" y="4764024"/>
            <a:ext cx="402336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23760" y="4828032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Integrate IndicTTS (AI4Bharat, IIT Madras) for offline Telugu TTS (Text-to-Speech)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Add TTS output queue between translation and speaker playback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Measure TTS latency — display on dashboard as part of E2E (End-to-End) timing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Overlap ASR and Translation stages to reduce E2E below 2000ms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4F3B8B"/>
                </a:solidFill>
              </a:rPr>
              <a:t>—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E293B"/>
                </a:solidFill>
              </a:rPr>
              <a:t>Target: RTF (Real-Time Factor) below 1.0 for full pipeline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4F3B8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6181344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streaming backbone is working. ASR (Automatic Speech Recognition) produces Hindi text live. Translation is wired and loading. TTS (Text-to-Speech) integration is the final step to complete the microphone-to-speaker pipeline.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656832"/>
            <a:ext cx="9601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Real-Time Speech Translation  |  Hindi → Telugu  |  COP7001 CornerStone Project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Speech Translation — Project Status</dc:title>
  <dc:subject>PptxGenJS Presentation</dc:subject>
  <dc:creator>Manmadha, Jithendra</dc:creator>
  <cp:lastModifiedBy>Manmadha, Jithendra</cp:lastModifiedBy>
  <cp:revision>1</cp:revision>
  <dcterms:created xsi:type="dcterms:W3CDTF">2026-03-21T06:22:28Z</dcterms:created>
  <dcterms:modified xsi:type="dcterms:W3CDTF">2026-03-21T06:22:28Z</dcterms:modified>
</cp:coreProperties>
</file>